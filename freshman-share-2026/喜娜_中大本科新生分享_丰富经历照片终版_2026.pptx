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开场：欢迎新生。今天不讲完美经历，只讲三次我真正走进现场的时刻。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告诉同学：这份分享来自真实现场，不是简历清单。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预告三张经历页：学术、志愿、文化交流。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世界汉学大会与博士生论坛让我看到，学术成长不是等准备完美才开始，而是在参会、交流和表达中逐渐形成。</a:t>
            </a:r>
          </a:p>
          <a:p/>
          <a:p>
            <a:r>
              <a:t>[Sources]</a:t>
            </a:r>
          </a:p>
          <a:p>
            <a:r>
              <a:t>- Personal conference photographs and official event-profile screenshot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志愿服务让我学会，在真实现场里观察需要、清楚沟通并承担责任。</a:t>
            </a:r>
          </a:p>
          <a:p/>
          <a:p>
            <a:r>
              <a:t>[Sources]</a:t>
            </a:r>
          </a:p>
          <a:p>
            <a:r>
              <a:t>- Personal original volunteer and teaching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文化交流让我既能自信介绍巴基斯坦，也能更深入理解中国。真正的交流来自好奇、尊重和共同参与。</a:t>
            </a:r>
          </a:p>
          <a:p/>
          <a:p>
            <a:r>
              <a:t>[Sources]</a:t>
            </a:r>
          </a:p>
          <a:p>
            <a:r>
              <a:t>- Personal original SYSU International Culture Festival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补充现场：地铁站台、护苗课堂、本原讲堂结业、课堂表达、文化交流手绘、中大春节装置、中国传统服饰体验。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升学渠道只讲官方入口，并提醒以当年简章为准。</a:t>
            </a:r>
          </a:p>
          <a:p/>
          <a:p>
            <a:r>
              <a:t>[Sources]</a:t>
            </a:r>
          </a:p>
          <a:p>
            <a:r>
              <a:t>- 中山大学外国留学生办公室 https://iso.sysu.edu.cn</a:t>
            </a:r>
          </a:p>
          <a:p>
            <a:r>
              <a:t>- 中山大学国际学生报名系统 https://apply.sysu.edu.cn</a:t>
            </a:r>
          </a:p>
          <a:p>
            <a:r>
              <a:t>- 中国政府奖学金来华留学管理信息系统 http://studyinchina.csc.edu.cn / https://www.campuschina.org</a:t>
            </a:r>
          </a:p>
          <a:p>
            <a:r>
              <a:t>- 中大机构代码 10558；咨询 admissions@mail.sysu.edu.cn，+86-20-84110819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强调本科阶段就能开始的准备，不把某一年的报名批次说成固定时间。</a:t>
            </a:r>
          </a:p>
          <a:p/>
          <a:p>
            <a:r>
              <a:t>[Sources]</a:t>
            </a:r>
          </a:p>
          <a:p>
            <a:r>
              <a:t>- 中山大学国际学生硕士/博士招生简章（外国留学生办公室公布）</a:t>
            </a:r>
          </a:p>
          <a:p>
            <a:r>
              <a:t>- 学信网 https://www.chsi.com.cn 学历学位验证要求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收束到新生可以立刻做的三件事，避免空泛鸡汤。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结束：欢迎提问。强调可靠、在场和互相理解。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0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-1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