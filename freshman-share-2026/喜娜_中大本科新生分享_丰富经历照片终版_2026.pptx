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开场：欢迎新生。今天不讲完美经历，只讲三次我真正走进现场的时刻。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告诉同学：这份分享来自真实现场，不是简历清单。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预告三张经历页：学术、志愿、文化交流。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世界汉学大会与博士生论坛让我看到，学术成长不是等准备完美才开始，而是在参会、交流和表达中逐渐形成。</a:t>
            </a:r>
          </a:p>
          <a:p/>
          <a:p>
            <a:r>
              <a:t>[Sources]</a:t>
            </a:r>
          </a:p>
          <a:p>
            <a:r>
              <a:t>- Personal conference photographs and official event-profile screenshot supplied by Heena Rathore.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志愿服务让我学会，在真实现场里观察需要、清楚沟通并承担责任。</a:t>
            </a:r>
          </a:p>
          <a:p/>
          <a:p>
            <a:r>
              <a:t>[Sources]</a:t>
            </a:r>
          </a:p>
          <a:p>
            <a:r>
              <a:t>- Personal original volunteer and teaching photographs supplied by Heena Rathore.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文化交流让我既能自信介绍巴基斯坦，也能更深入理解中国。真正的交流来自好奇、尊重和共同参与。</a:t>
            </a:r>
          </a:p>
          <a:p/>
          <a:p>
            <a:r>
              <a:t>[Sources]</a:t>
            </a:r>
          </a:p>
          <a:p>
            <a:r>
              <a:t>- Personal original SYSU International Culture Festival photographs supplied by Heena Rathore.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收束到新生可以立刻做的三件事，避免空泛鸡汤。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结束：欢迎提问。强调可靠、在场和互相理解。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-0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-0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-0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-0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-0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-0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-0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-0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